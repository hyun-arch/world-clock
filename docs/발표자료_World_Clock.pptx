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C:/Users/aram/Desktop/Project/International clock/asset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2148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 Clock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2788920" y="3063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시계 · 한국 시간 기준 글로벌 회의 도우미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88920" y="3657600"/>
            <a:ext cx="2926080" cy="0"/>
          </a:xfrm>
          <a:prstGeom prst="line">
            <a:avLst/>
          </a:prstGeom>
          <a:noFill/>
          <a:ln w="25400">
            <a:solidFill>
              <a:srgbClr val="4C7D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8892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 가젯(Windows)  ·  크롬 익스텐션      |      v1.0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6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시계를 한 화면에 · 서머타임 자동 · 회의 시간 슬라이더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 · 왜 필요한가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 거기 몇 시지?”를 매번 검색하고 계신가요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2402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시간대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뉴욕·파리·샌프란시스코… 나라마다 시차가 다르고 서머타임까지 겹쳐 헷갈립니다.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2402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잦은 착오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상대가 새벽·한밤일 때 메일을 보내거나, 회의 시간을 잘못 잡는 실수가 생깁니다.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2402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667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검색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7490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“프랑스 시간”을 매번 검색—작업 흐름이 끊기고 시간이 낭비됩니다.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한국 시간을 기준으로, 상대 도시의 현지 시각과 “연락해도 되는 시간”을 한눈에 보여 주는 도구가 필요합니다.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·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시계를 한 화면에 — 두 가지 형태로</a:t>
            </a:r>
            <a:endParaRPr lang="en-US" sz="3200" dirty="0"/>
          </a:p>
        </p:txBody>
      </p:sp>
      <p:pic>
        <p:nvPicPr>
          <p:cNvPr id="4" name="Image 0" descr="C:/Users/aram/Desktop/Project/International clock/asset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166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 Clock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97680" y="1965960"/>
            <a:ext cx="704088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8056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8" name="Text 5"/>
          <p:cNvSpPr/>
          <p:nvPr/>
        </p:nvSpPr>
        <p:spPr>
          <a:xfrm>
            <a:off x="44805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20640" y="207568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4개 도시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120640" y="238658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서울(기준)·뉴욕·샌프란시스코·파리를 처음부터 표시. 80여 개 도시 추가 가능.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2898648"/>
            <a:ext cx="704088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3081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13" name="Text 10"/>
          <p:cNvSpPr/>
          <p:nvPr/>
        </p:nvSpPr>
        <p:spPr>
          <a:xfrm>
            <a:off x="448056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20640" y="300837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기준 시차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120640" y="33192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도시에 “KST −7h”처럼 한국과의 시차를 함께 표시.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97680" y="3831336"/>
            <a:ext cx="704088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80560" y="40142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18" name="Text 15"/>
          <p:cNvSpPr/>
          <p:nvPr/>
        </p:nvSpPr>
        <p:spPr>
          <a:xfrm>
            <a:off x="448056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20640" y="39410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업무시간 색상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120640" y="42519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초록/노랑/회색으로 지금 연락해도 되는 시간인지 즉시 판단.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97680" y="4764024"/>
            <a:ext cx="704088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80560" y="49469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23" name="Text 20"/>
          <p:cNvSpPr/>
          <p:nvPr/>
        </p:nvSpPr>
        <p:spPr>
          <a:xfrm>
            <a:off x="448056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20640" y="48737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시간 슬라이더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120640" y="51846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시간을 밀면 모든 도시가 동시에 바뀌어 최적 시간대 탐색.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 · 핵심 기능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주요 기능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24028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0" y="225856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세계 시계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도시의 현재 시각을 초 단위로 실시간 표시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24028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23560" y="225856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업무시간 색상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30632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9–18시 초록 / 이른·늦은 노랑 / 야간 회색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4028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35440" y="225856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대비 시차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 기준 ±시차를 카드마다 표시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393192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20624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206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🎚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011680" y="42245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시간 슬라이더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0292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±12시간 이동으로 모두에게 맞는 시간 탐색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393192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20624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206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🌗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623560" y="42245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낮/밤 · 날짜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50292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☀️/🌙 표시와 요일·날짜, 날짜변경 강조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20624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206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235440" y="42245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추가·정렬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50292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한/영 검색으로 추가, 드래그로 순서 변경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HIGHLIGHT · 회의 시간 슬라이더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모두에게 맞는 회의 시간을 슬라이더로 찾기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시간을 좌우로 움직이면 모든 도시의 시각과 업무시간 색상이 동시에 바뀝니다.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도시가 초록/노랑이 되는 지점 — 그때가 모두에게 좋은 회의 시간입니다.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2651760"/>
          </a:xfrm>
          <a:prstGeom prst="roundRect">
            <a:avLst>
              <a:gd name="adj" fmla="val 3448"/>
            </a:avLst>
          </a:prstGeom>
          <a:solidFill>
            <a:srgbClr val="2A3578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— 한국 오후 5시(17:00)로 맞췄을 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37490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223066"/>
          </a:solidFill>
          <a:ln w="25400">
            <a:solidFill>
              <a:srgbClr val="2FA3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886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🇰🇷 서울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42976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34440" y="4892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34440" y="52303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52303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39312" y="37490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223066"/>
          </a:solidFill>
          <a:ln w="25400">
            <a:solidFill>
              <a:srgbClr val="2FA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3886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🇫🇷 파리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76472" y="42976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776472" y="4892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 −7h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76472" y="52303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18" name="Text 16"/>
          <p:cNvSpPr/>
          <p:nvPr/>
        </p:nvSpPr>
        <p:spPr>
          <a:xfrm>
            <a:off x="3776472" y="52303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1344" y="37490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223066"/>
          </a:solidFill>
          <a:ln w="25400">
            <a:solidFill>
              <a:srgbClr val="9AA3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3886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🇺🇸 뉴욕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42976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04:00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18504" y="4892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 −13h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18504" y="52303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9AA3B2"/>
          </a:solidFill>
          <a:ln/>
        </p:spPr>
      </p:sp>
      <p:sp>
        <p:nvSpPr>
          <p:cNvPr id="24" name="Text 22"/>
          <p:cNvSpPr/>
          <p:nvPr/>
        </p:nvSpPr>
        <p:spPr>
          <a:xfrm>
            <a:off x="6318504" y="52303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23376" y="37490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223066"/>
          </a:solidFill>
          <a:ln w="25400">
            <a:solidFill>
              <a:srgbClr val="9AA3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0536" y="3886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🇺🇸 샌프란시스코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0536" y="42976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01:00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860536" y="4892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 −16h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0536" y="52303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9AA3B2"/>
          </a:solidFill>
          <a:ln/>
        </p:spPr>
      </p:sp>
      <p:sp>
        <p:nvSpPr>
          <p:cNvPr id="30" name="Text 28"/>
          <p:cNvSpPr/>
          <p:nvPr/>
        </p:nvSpPr>
        <p:spPr>
          <a:xfrm>
            <a:off x="8860536" y="52303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파리는 업무시간(초록)이지만 미국은 새벽(회색). 미국까지 맞추려면 슬라이더를 더 움직여 최적점을 찾습니다.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READS · 색상과 시차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색상만 봐도 “연락해도 되는 시간”이 보입니다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6126480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40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A36B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1214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업무시간 (09–18시)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4871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연락·회의하기 좋은 시간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6126480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291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A21A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1729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🟡 이른/늦은 시간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538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07–09 · 18–21시, 또는 주말 — 주의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6126480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343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AA3B2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2245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⚪ 야간 · 휴식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45902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밤~새벽 — 연락 부적절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2011680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1E2761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대비 시차 표기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 −7h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0" y="3319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18320" y="33192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 −13h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38496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샌프란시스코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0" y="384962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 −16h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89520" y="437997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18320" y="4379976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 기준(동일)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89520" y="4910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18320" y="49103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 +1h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89520" y="5440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서머타임(DST)도 자동 반영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TWO FORMS · 형태 비교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 가젯 vs 크롬 익스텐션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  데스크톱 가젯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450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Electron · Windows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063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모든 창 위에 항상 표시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35753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35753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테두리 없는 이동식 가젯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40873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4087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투명도 조절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5994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599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 상주 + 시작 시 자동 실행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511149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51114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파일(.exe) 제공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" y="56235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“예전 윈도우 가젯”처럼 상시 띄우는 메인 용도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9202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92024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4C7DF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크롬 익스텐션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0" y="2450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Chrome · 어느 PC든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063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탭 화면에 시계 표시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83680" y="35753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35753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사이드 패널 고정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83680" y="40873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4087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프로그램 불필요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83680" y="45994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4599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자동 저장·동기화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83680" y="511149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51114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크롬만 있으면 사용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583680" y="56235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제한 PC·크롬 위주 작업에 적합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&amp; TECH · 디자인과 기술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예쁘고, 방해 없고, 항상 정확하게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774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2221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글래스 디자인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26791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반투명 유리 질감 + 흰 글씨로 어떤 배경 위에서도 가독성 우수. 컴팩트한 카드형.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3774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543800" y="2221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간섭 최소화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43800" y="26791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테두리 없는 좁은 창 + 투명도 조절로 다른 작업을 가리지 않습니다.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297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97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4142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서머타임 자동 처리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459943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Intl + IANA 타임존으로 실시간 계산 — 서머타임·30분 시차까지 항상 정확.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97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97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43800" y="4142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· 개인정보 안전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43800" y="459943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전송·네트워크 요청 없음. 모든 설정은 내 PC에만 저장.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STARTED · 설치와 실행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설치는 간단합니다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데스크톱 가젯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14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파일(World Clock Setup.exe) 실행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383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32004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바탕화면 아이콘으로 실행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2519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40690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 설정에서 “시작 시 자동 실행” 켜기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7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크롬 익스텐션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63640" y="2331720"/>
            <a:ext cx="5120640" cy="621792"/>
          </a:xfrm>
          <a:prstGeom prst="roundRect">
            <a:avLst>
              <a:gd name="adj" fmla="val 14706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4597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459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233172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chrome://extensions 열기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081528"/>
            <a:ext cx="5120640" cy="621792"/>
          </a:xfrm>
          <a:prstGeom prst="roundRect">
            <a:avLst>
              <a:gd name="adj" fmla="val 14706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32095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308152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모드 켜기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831336"/>
            <a:ext cx="5120640" cy="621792"/>
          </a:xfrm>
          <a:prstGeom prst="roundRect">
            <a:avLst>
              <a:gd name="adj" fmla="val 14706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39593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383133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“압축해제된 확장 로드” → chrome-extension 폴더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4581144"/>
            <a:ext cx="5120640" cy="621792"/>
          </a:xfrm>
          <a:prstGeom prst="roundRect">
            <a:avLst>
              <a:gd name="adj" fmla="val 14706"/>
            </a:avLst>
          </a:prstGeom>
          <a:solidFill>
            <a:srgbClr val="F4F7FD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7091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4581144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탭·사이드 패널에서 사용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실행: 닫아도 트레이에 상주하며, 부팅 시 자동으로 떠 있습니다.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ram/Desktop/Project/International clock/asset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11887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83464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시간 기준으로,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세계와의 약속이 쉬워집니다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280160" y="4343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 Clock · 세계 시계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023360" y="5029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6" name="Text 3"/>
          <p:cNvSpPr/>
          <p:nvPr/>
        </p:nvSpPr>
        <p:spPr>
          <a:xfrm>
            <a:off x="4023360" y="5029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 가젯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45352" y="5029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3A4790"/>
          </a:solidFill>
          <a:ln/>
        </p:spPr>
      </p:sp>
      <p:sp>
        <p:nvSpPr>
          <p:cNvPr id="8" name="Text 5"/>
          <p:cNvSpPr/>
          <p:nvPr/>
        </p:nvSpPr>
        <p:spPr>
          <a:xfrm>
            <a:off x="6245352" y="5029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크롬 익스텐션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80160" y="5852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2026-07-02T13:50:56Z</dcterms:created>
  <dcterms:modified xsi:type="dcterms:W3CDTF">2026-07-02T13:50:56Z</dcterms:modified>
</cp:coreProperties>
</file>